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5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2408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4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9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21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606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23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0708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72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084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98994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900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414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99220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63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27144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078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1066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7785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135712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16609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82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460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555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9927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8191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230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  <p:sldLayoutId id="2147483931" r:id="rId17"/>
    <p:sldLayoutId id="2147483932" r:id="rId18"/>
    <p:sldLayoutId id="2147483933" r:id="rId19"/>
    <p:sldLayoutId id="2147483934" r:id="rId20"/>
    <p:sldLayoutId id="2147483935" r:id="rId21"/>
    <p:sldLayoutId id="2147483936" r:id="rId22"/>
    <p:sldLayoutId id="2147483937" r:id="rId23"/>
    <p:sldLayoutId id="2147483938" r:id="rId24"/>
    <p:sldLayoutId id="2147483939" r:id="rId25"/>
    <p:sldLayoutId id="2147483940" r:id="rId26"/>
    <p:sldLayoutId id="2147483941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0533" y="2242244"/>
            <a:ext cx="7470933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0F172A"/>
                </a:solidFill>
                <a:latin typeface="Poppins"/>
              </a:rPr>
              <a:t>Agentic Neuro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38412" y="3263205"/>
            <a:ext cx="711517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 dirty="0">
                <a:solidFill>
                  <a:srgbClr val="64748B"/>
                </a:solidFill>
                <a:latin typeface="Inter"/>
              </a:rPr>
              <a:t>The Enterprise Repository &amp; Manager-Gated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8412" y="4070895"/>
            <a:ext cx="71151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B82F6"/>
                </a:solidFill>
                <a:latin typeface="Inter Medium"/>
              </a:rPr>
              <a:t>Presented by: Paramata Mohanchandramouli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90270" y="-1905000"/>
            <a:ext cx="4954229" cy="4697361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-1428750" y="3524250"/>
            <a:ext cx="4762500" cy="4762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149078"/>
            <a:ext cx="8534400" cy="2559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3600" b="0" i="0" u="none">
                <a:solidFill>
                  <a:srgbClr val="1E293B"/>
                </a:solidFill>
                <a:latin typeface="Poppins SemiBold"/>
              </a:rPr>
              <a:t>"Bridging the gap between autonomous AI capabilities and strict enterprise security through manager-gated orchestration."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34168" y="-1905000"/>
            <a:ext cx="4010331" cy="4304071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43062"/>
            <a:ext cx="5048250" cy="457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624881"/>
            <a:ext cx="4838700" cy="26083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1768971"/>
            <a:ext cx="4591050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Unified Authentication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Standardized Employee ID and password protocols integrated with your existing SSO enterprise identity provider.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285232"/>
            <a:ext cx="4591050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Biometric Integration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Optional Face ID locks add an extra layer of zero-trust security for sensitive managerial workspaces.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801492"/>
            <a:ext cx="4591050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Adaptive Environment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Seamless toggle between Light and Dark modes to accommodate individual developer and manager preferences.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797546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830067"/>
            <a:ext cx="1714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1E293B"/>
                </a:solidFill>
                <a:latin typeface="Poppins SemiBold"/>
              </a:rPr>
              <a:t>Secure Access &amp; Identity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43062"/>
            <a:ext cx="5048250" cy="457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568178"/>
            <a:ext cx="4838700" cy="2721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2222301"/>
            <a:ext cx="4591050" cy="1592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Hierarchical Access Control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Agentic Neuro relies on strictly defined organizational hierarchies. Profiles dictate exactly which data silos and agent logic a user can authorize or modify.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4043362"/>
            <a:ext cx="4591050" cy="1592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Managerial Privileges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Managers (like Lokesh) possess the elevated privileges required to act as the "human-in-the-loop" for high-risk agent proposals within their designated teams.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250876"/>
            <a:ext cx="25717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71937"/>
            <a:ext cx="2000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1E293B"/>
                </a:solidFill>
                <a:latin typeface="Poppins SemiBold"/>
              </a:rPr>
              <a:t>Role-Based Manager Profiles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43062"/>
            <a:ext cx="5048250" cy="457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781151"/>
            <a:ext cx="4838700" cy="22956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1768971"/>
            <a:ext cx="4591050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Categorized Hubs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Divide organizational knowledge into secure groups (e.g., Alpha Team, Finance, Architecture) to prevent cross-contamination of agent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285232"/>
            <a:ext cx="4591050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Centralized Search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A powerful, AI-driven global search allows users to instantly query files, domains, and owners across permitted workspaces.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801492"/>
            <a:ext cx="4591050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Secure Deletion Logs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Maintain absolute data integrity with transparent trash and retention policies for compliance auditing.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797546"/>
            <a:ext cx="25717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313807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830067"/>
            <a:ext cx="200025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1E293B"/>
                </a:solidFill>
                <a:latin typeface="Poppins SemiBold"/>
              </a:rPr>
              <a:t>Isolated Workspace Groups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43062"/>
            <a:ext cx="5048250" cy="457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791271"/>
            <a:ext cx="4838700" cy="22754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2222301"/>
            <a:ext cx="4591050" cy="1592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Embedded Integration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Agents aren't isolated bots; they live where your team works. Embedded directly within the General Team Chat, agents monitor conversations and cross-team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4043362"/>
            <a:ext cx="4591050" cy="1592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On-Demand Tooling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Users can invoke specialized Agentic AI Tools on-demand, such as instantaneously extracting action items from long threads or summarizing complex architectural discussions.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250876"/>
            <a:ext cx="2857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71937"/>
            <a:ext cx="2571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1E293B"/>
                </a:solidFill>
                <a:latin typeface="Poppins SemiBold"/>
              </a:rPr>
              <a:t>Context-Aware Tooling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43062"/>
            <a:ext cx="5048250" cy="457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775049"/>
            <a:ext cx="4838700" cy="23078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1921371"/>
            <a:ext cx="4591050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AI-Generated Backlogs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Tasks extracted from blueprints and chat histories flow directly into a unified queue for managerial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437632"/>
            <a:ext cx="4591050" cy="982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Deadline Orchestration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Schedule team syncs and assign strict timelines for financial reviews and project updates.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649092"/>
            <a:ext cx="4591050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Action Accountability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Clear visibility into pending versus completed tasks ensures that AI-recommended actions are successfully executed by human counterparts.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475732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949946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677667"/>
            <a:ext cx="1714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1E293B"/>
                </a:solidFill>
                <a:latin typeface="Poppins SemiBold"/>
              </a:rPr>
              <a:t>Intelligent Task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43062"/>
            <a:ext cx="5048250" cy="457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785020"/>
            <a:ext cx="4838700" cy="22879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2222301"/>
            <a:ext cx="4591050" cy="1592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Immutable Modification History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Every file interaction within the Agentic Neuro repository is meticulously tracked. The system records the exact timestamp, the user (or agent) responsible, and the nature of the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4043362"/>
            <a:ext cx="4591050" cy="1592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Compliance &amp; Tracing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From initial creation by an employee to managerial review and subsequent modifications, this timeline is critical for regulatory compliance and tracing logic failures.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250876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71937"/>
            <a:ext cx="2571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1E293B"/>
                </a:solidFill>
                <a:latin typeface="Poppins SemiBold"/>
              </a:rPr>
              <a:t>Enterprise-Grade Auditing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43062"/>
            <a:ext cx="5048250" cy="457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632025"/>
            <a:ext cx="4838700" cy="25940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1921371"/>
            <a:ext cx="4591050" cy="982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Real-Time Monitoring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Track enterprise-wide login, signup, and logout events instantly across the entire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132832"/>
            <a:ext cx="4591050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Identity Verification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Cross-reference active sessions with employee IDs to maintain strict access control and prevent unauthorized breaches.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649092"/>
            <a:ext cx="4591050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Comprehensive Logging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Maintain an easily accessible and transparent record of all user sessions to simplify large-scale security audits.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949946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161407"/>
            <a:ext cx="25717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677667"/>
            <a:ext cx="1714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1E293B"/>
                </a:solidFill>
                <a:latin typeface="Poppins SemiBold"/>
              </a:rPr>
              <a:t>Global User Database &amp; Activity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43062"/>
            <a:ext cx="5048250" cy="457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568178"/>
            <a:ext cx="4838700" cy="2721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1921371"/>
            <a:ext cx="4591050" cy="982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High-Level Monitoring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Dashboard views aggregate hours logged across both standard employees and Team Leads.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132832"/>
            <a:ext cx="4591050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Workload Balancing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Quickly identify discrepancies in logged hours (e.g., Alice at 48 hours vs. David at 38 hours) to proactively manage burnout.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649092"/>
            <a:ext cx="4591050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Resource Allocation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Data-driven insights allow managers to dynamically assign AI agents to assist overloaded team members.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949946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161407"/>
            <a:ext cx="28575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677667"/>
            <a:ext cx="2857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1E293B"/>
                </a:solidFill>
                <a:latin typeface="Poppins SemiBold"/>
              </a:rPr>
              <a:t>Team Activity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43062"/>
            <a:ext cx="5048250" cy="457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773263"/>
            <a:ext cx="4838700" cy="23114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2374701"/>
            <a:ext cx="4591050" cy="1287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Granular Performance Insights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Beyond high-level averages, managers can interrogate specific activity logs. Visual bar charts plot daily exertion across the work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890962"/>
            <a:ext cx="4591050" cy="1592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F172A"/>
                </a:solidFill>
                <a:latin typeface="Inter SemiBold"/>
              </a:rPr>
              <a:t>Operator Capacity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This level of detail validates that human operators maintain the capacity required to effectively monitor, review, and gate the autonomous agents operating underneath them.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403276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919537"/>
            <a:ext cx="2571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1E293B"/>
                </a:solidFill>
                <a:latin typeface="Poppins SemiBold"/>
              </a:rPr>
              <a:t>Deep Dive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42230"/>
            <a:ext cx="10668000" cy="59738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133230"/>
            <a:ext cx="10668000" cy="15542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-57894"/>
            <a:ext cx="112014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1E293B"/>
                </a:solidFill>
                <a:latin typeface="Poppins SemiBold"/>
              </a:rPr>
              <a:t>Impact on Productivity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5711" y="2281237"/>
            <a:ext cx="462057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0F172A"/>
                </a:solidFill>
                <a:latin typeface="Poppins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95725" y="3614737"/>
            <a:ext cx="44005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Thank you for exploring Agentic Neuro.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95725" y="4300537"/>
            <a:ext cx="44005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3B82F6"/>
                </a:solidFill>
                <a:latin typeface="Inter Medium"/>
              </a:rPr>
              <a:t>Agentic Neuro Platform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952500" y="4080386"/>
            <a:ext cx="4400550" cy="4682613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20980" y="-1428750"/>
            <a:ext cx="4299769" cy="4535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6</TotalTime>
  <Words>593</Words>
  <Application>Microsoft Office PowerPoint</Application>
  <PresentationFormat>Widescreen</PresentationFormat>
  <Paragraphs>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Inter</vt:lpstr>
      <vt:lpstr>Inter Medium</vt:lpstr>
      <vt:lpstr>Inter SemiBold</vt:lpstr>
      <vt:lpstr>Neue Haas Grotesk Text Pro</vt:lpstr>
      <vt:lpstr>Poppins</vt:lpstr>
      <vt:lpstr>Poppins SemiBold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mohan chandra mouli</dc:creator>
  <cp:keywords/>
  <dc:description>generated using python-pptx</dc:description>
  <cp:lastModifiedBy>mohan chandra mouli</cp:lastModifiedBy>
  <cp:revision>2</cp:revision>
  <dcterms:created xsi:type="dcterms:W3CDTF">2013-01-27T09:14:16Z</dcterms:created>
  <dcterms:modified xsi:type="dcterms:W3CDTF">2026-08-19T18:12:03Z</dcterms:modified>
  <cp:category/>
</cp:coreProperties>
</file>